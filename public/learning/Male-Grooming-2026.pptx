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147474288" r:id="rId2"/>
    <p:sldId id="2147474303" r:id="rId3"/>
    <p:sldId id="2147474311" r:id="rId4"/>
    <p:sldId id="2147474307" r:id="rId5"/>
    <p:sldId id="2147474305" r:id="rId6"/>
    <p:sldId id="2147474300" r:id="rId7"/>
    <p:sldId id="2147474296" r:id="rId8"/>
    <p:sldId id="2147474308" r:id="rId9"/>
    <p:sldId id="2147474310" r:id="rId10"/>
    <p:sldId id="268" r:id="rId11"/>
    <p:sldId id="2147474292" r:id="rId12"/>
    <p:sldId id="2147474299" r:id="rId13"/>
    <p:sldId id="2147474297" r:id="rId14"/>
    <p:sldId id="2147474298" r:id="rId15"/>
    <p:sldId id="2147474293" r:id="rId16"/>
    <p:sldId id="2147474294" r:id="rId17"/>
    <p:sldId id="2147474295" r:id="rId18"/>
    <p:sldId id="2147474309" r:id="rId19"/>
    <p:sldId id="2147474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FB4BE2-23DC-43CC-85D8-B391EFAE84F0}">
          <p14:sldIdLst>
            <p14:sldId id="2147474288"/>
            <p14:sldId id="2147474303"/>
            <p14:sldId id="2147474311"/>
            <p14:sldId id="2147474307"/>
            <p14:sldId id="2147474305"/>
            <p14:sldId id="2147474300"/>
            <p14:sldId id="2147474296"/>
            <p14:sldId id="2147474308"/>
            <p14:sldId id="2147474310"/>
            <p14:sldId id="268"/>
            <p14:sldId id="2147474292"/>
            <p14:sldId id="2147474299"/>
            <p14:sldId id="2147474297"/>
            <p14:sldId id="2147474298"/>
            <p14:sldId id="2147474293"/>
            <p14:sldId id="2147474294"/>
            <p14:sldId id="2147474295"/>
          </p14:sldIdLst>
        </p14:section>
        <p14:section name="Untitled Section" id="{5638F5BB-1D1F-416A-9C15-8B11E10C20FC}">
          <p14:sldIdLst>
            <p14:sldId id="2147474309"/>
            <p14:sldId id="2147474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AF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771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C5A86-6EAE-49D5-830C-645CD81299A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6B18-A8A3-43D5-88D7-23BAFFD45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3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6B18-A8A3-43D5-88D7-23BAFFD450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69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AF67-AE8D-988F-10CB-CFF96442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DA4FF-796C-3E90-43B0-BE6AA0623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AC12D-F76D-DC3D-904B-0CD0EDEE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8CBA-C50F-026C-2E27-A922E52F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7EE20-6C98-F978-58A4-FB2DDB4F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3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550EF-63AC-E21F-5967-34802EB5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AA7A2-58BB-3C97-A1ED-A844FE229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1AA37-F3EC-D26D-DD9B-CC2A01EE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956AB-7DD8-D9BE-A7A6-B5F0BC45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F3A60-8C74-27BD-3E77-2DDDB622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5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0ED9-18FF-A3F9-5C83-D8D205B8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1513-CC87-8318-49B4-CB5510869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026BE-EDC9-B5C3-5362-3B2E3CD7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E9C6-995F-31E2-2055-BEE6C79C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B9701-F464-9C4E-8DFD-3B5D842E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1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2C19-3E8B-D9F4-DA26-4699649D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FF71-88CF-0123-D729-9F8F15041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1DFB3-8C14-C1EE-78FC-D9BD843D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D145E-07E5-16AD-04BF-360FF8BD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A8D17-3347-51DD-E045-79F7CF33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36EC2-5455-26BF-778C-F941E7B7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8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F9AB-3611-1F42-AC7B-D1D013E4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22497-4BA6-C32D-E80C-485E329A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E514A-286D-E88A-5373-891C2D0EE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48D2F-B99A-46D4-4CF1-30E2DF86E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834AF-7DB3-2471-3286-030A0769A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994C5-6293-D43B-C5B1-9EFA6518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FD8BD-535C-66FB-BCCA-86B80817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377BBC-F918-8DA1-EC5F-09904BBF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5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8CD6-FF0B-F9CB-3EFD-A98B68A6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49674-E653-5BEC-89D0-36AB6D55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02E24-4C80-CF79-12C1-907CD7AD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1C161-2459-9A1F-0CB5-549AAEFB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3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1DBC2-595F-BBA6-8A4B-6FC91637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06C0E-ED70-53E3-2A24-4992D062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EC050-304A-5408-1652-4427423B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4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EF08-0BD2-3CF4-0DFC-3C629EF7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9F938-4557-CF53-5CA1-3D46A41EB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590B0-280D-0BA0-14E8-9324FB711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76B9D-18D9-F114-CD1C-E947D097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56EFD-69D6-BEC1-E188-889EB08C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2268B-F8D5-7F9C-DAD1-411FA083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43AC-24C8-5F56-A632-B6B6C91F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9B8FF-BFDD-A36C-918F-A4641F5EF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12CD4-E0FC-8A40-A1A6-807C2FEC3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04694-CE65-1A61-43CE-5EACEABD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00CCC-63A9-20D9-AC52-F9E842E8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C88BF-166E-66FB-2804-88D811DD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8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8FA6-3817-C915-0231-452EB7B7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4CD47-58A6-2463-2A83-03843BC00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F59DD-2B4C-D289-B29E-0399D12D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4BF11-D546-0031-6E56-CAB96912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422AE-73E8-51C0-3B23-A95CD847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4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EAC75-4E05-F2F9-16EC-A284EE70A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29B41-FED4-E5B1-36AB-F4B62FFD8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F942-740E-7EC5-0C3B-0C1CE96E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4DAA3-2DC7-1E97-9655-70203B83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E2766-9FFD-7389-66BA-CBA4A5CA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F32AE-332D-49FD-FB8B-B533BF32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1402A-53CE-A977-3EE7-79FA7974F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E2020-D36E-2D37-19D0-39497112E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F058D-D883-42D2-BCB2-D8EF9D34C59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FE45F-EAA0-CFD6-B822-5B842F0D6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070F-3C6B-1BC0-885F-67AF2143C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6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4F9CD-9371-1436-7083-07903197E4B2}"/>
              </a:ext>
            </a:extLst>
          </p:cNvPr>
          <p:cNvSpPr txBox="1"/>
          <p:nvPr/>
        </p:nvSpPr>
        <p:spPr>
          <a:xfrm>
            <a:off x="3117954" y="1663908"/>
            <a:ext cx="782486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 dirty="0"/>
              <a:t>Personal Health Training – 2026</a:t>
            </a:r>
          </a:p>
          <a:p>
            <a:endParaRPr lang="en-ZA" dirty="0"/>
          </a:p>
          <a:p>
            <a:r>
              <a:rPr lang="en-ZA" sz="2000" b="1" dirty="0"/>
              <a:t>Agenda</a:t>
            </a:r>
          </a:p>
          <a:p>
            <a:endParaRPr lang="en-ZA" dirty="0"/>
          </a:p>
          <a:p>
            <a:r>
              <a:rPr lang="en-ZA" dirty="0"/>
              <a:t>1. Welcome and thanks</a:t>
            </a:r>
          </a:p>
          <a:p>
            <a:endParaRPr lang="en-ZA" dirty="0"/>
          </a:p>
          <a:p>
            <a:r>
              <a:rPr lang="en-ZA" dirty="0"/>
              <a:t>2. New 3 head shaver</a:t>
            </a:r>
          </a:p>
          <a:p>
            <a:endParaRPr lang="en-ZA" dirty="0"/>
          </a:p>
          <a:p>
            <a:r>
              <a:rPr lang="en-ZA" dirty="0"/>
              <a:t>3. One Blade Range</a:t>
            </a:r>
          </a:p>
          <a:p>
            <a:endParaRPr lang="en-ZA" dirty="0"/>
          </a:p>
          <a:p>
            <a:r>
              <a:rPr lang="en-ZA" dirty="0"/>
              <a:t>4. Body groomers</a:t>
            </a:r>
          </a:p>
          <a:p>
            <a:endParaRPr lang="en-ZA" dirty="0"/>
          </a:p>
          <a:p>
            <a:r>
              <a:rPr lang="en-ZA" dirty="0"/>
              <a:t>5. Multi groomer</a:t>
            </a:r>
          </a:p>
          <a:p>
            <a:endParaRPr lang="en-ZA" dirty="0"/>
          </a:p>
          <a:p>
            <a:r>
              <a:rPr lang="en-ZA" dirty="0"/>
              <a:t>6. Questions</a:t>
            </a:r>
          </a:p>
          <a:p>
            <a:endParaRPr lang="en-ZA" dirty="0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05F5BB0D-72BA-D563-FADC-B7DF0E0F3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03161" cy="28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5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3614D-7267-7B66-5C4C-C0AE7EE3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car tire&#10;&#10;AI-generated content may be incorrect.">
            <a:extLst>
              <a:ext uri="{FF2B5EF4-FFF2-40B4-BE49-F238E27FC236}">
                <a16:creationId xmlns:a16="http://schemas.microsoft.com/office/drawing/2014/main" id="{7C41F3CE-547C-7922-1560-8ACDF5B00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6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AE869B-2A13-8148-ACA2-5852A75FB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AABCD-0F5A-5534-9A86-851060654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r="231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1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75300-3373-1CF7-6BCB-3644FDDC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advertisement for a shaver&#10;&#10;AI-generated content may be incorrect.">
            <a:extLst>
              <a:ext uri="{FF2B5EF4-FFF2-40B4-BE49-F238E27FC236}">
                <a16:creationId xmlns:a16="http://schemas.microsoft.com/office/drawing/2014/main" id="{1C3AC4ED-B9CA-35A7-08A8-D4884B6FF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15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lack electric razor with text&#10;&#10;AI-generated content may be incorrect.">
            <a:extLst>
              <a:ext uri="{FF2B5EF4-FFF2-40B4-BE49-F238E27FC236}">
                <a16:creationId xmlns:a16="http://schemas.microsoft.com/office/drawing/2014/main" id="{03B029B2-CBE8-953D-2EAD-E1E2642C3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6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oup of electric shavers&#10;&#10;AI-generated content may be incorrect.">
            <a:extLst>
              <a:ext uri="{FF2B5EF4-FFF2-40B4-BE49-F238E27FC236}">
                <a16:creationId xmlns:a16="http://schemas.microsoft.com/office/drawing/2014/main" id="{8F93D5F0-EC10-448D-42CF-1A41FDB84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07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9EC0DA-3E5A-8F28-55EF-5DC3822BF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023" y="0"/>
            <a:ext cx="12273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1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180867-7901-2EFC-36F8-BEAB27BA2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62" y="1022032"/>
            <a:ext cx="100488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43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EAE4-12C4-2FE7-62A7-F9DA63CF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razor with a yellow handle&#10;&#10;Description automatically generated with medium confidence">
            <a:extLst>
              <a:ext uri="{FF2B5EF4-FFF2-40B4-BE49-F238E27FC236}">
                <a16:creationId xmlns:a16="http://schemas.microsoft.com/office/drawing/2014/main" id="{F4B513CC-4052-B036-A20E-F8864F3E1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38511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een and black electric razor&#10;&#10;AI-generated content may be incorrect.">
            <a:extLst>
              <a:ext uri="{FF2B5EF4-FFF2-40B4-BE49-F238E27FC236}">
                <a16:creationId xmlns:a16="http://schemas.microsoft.com/office/drawing/2014/main" id="{EDA4C959-73CC-2FA3-19B0-488144F88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2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hair clipper&#10;&#10;AI-generated content may be incorrect.">
            <a:extLst>
              <a:ext uri="{FF2B5EF4-FFF2-40B4-BE49-F238E27FC236}">
                <a16:creationId xmlns:a16="http://schemas.microsoft.com/office/drawing/2014/main" id="{956A7E76-3B45-E087-1731-901FA0806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47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7E4A47E2-24A9-CC12-D249-293B91290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2" b="87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5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manual&#10;&#10;AI-generated content may be incorrect.">
            <a:extLst>
              <a:ext uri="{FF2B5EF4-FFF2-40B4-BE49-F238E27FC236}">
                <a16:creationId xmlns:a16="http://schemas.microsoft.com/office/drawing/2014/main" id="{E006A807-423F-B2CA-609C-637FA67F3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17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shaver&#10;&#10;AI-generated content may be incorrect.">
            <a:extLst>
              <a:ext uri="{FF2B5EF4-FFF2-40B4-BE49-F238E27FC236}">
                <a16:creationId xmlns:a16="http://schemas.microsoft.com/office/drawing/2014/main" id="{0510FAD6-3585-FB24-080A-A87D76218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49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black electric shaver with instructions&#10;&#10;AI-generated content may be incorrect.">
            <a:extLst>
              <a:ext uri="{FF2B5EF4-FFF2-40B4-BE49-F238E27FC236}">
                <a16:creationId xmlns:a16="http://schemas.microsoft.com/office/drawing/2014/main" id="{44C24A39-E797-0BD8-9A63-00EABCE06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8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25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person's clipper&#10;&#10;AI-generated content may be incorrect.">
            <a:extLst>
              <a:ext uri="{FF2B5EF4-FFF2-40B4-BE49-F238E27FC236}">
                <a16:creationId xmlns:a16="http://schemas.microsoft.com/office/drawing/2014/main" id="{89AD0342-BB73-8F71-EA0A-41DFEA0A1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07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3E6AC-B0B7-8AA6-09B6-710FD4D0A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603" y="631275"/>
            <a:ext cx="634879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77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4F9CD-9371-1436-7083-07903197E4B2}"/>
              </a:ext>
            </a:extLst>
          </p:cNvPr>
          <p:cNvSpPr txBox="1"/>
          <p:nvPr/>
        </p:nvSpPr>
        <p:spPr>
          <a:xfrm>
            <a:off x="4616969" y="2653259"/>
            <a:ext cx="587614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b="1" dirty="0"/>
              <a:t>Questions?</a:t>
            </a:r>
          </a:p>
          <a:p>
            <a:endParaRPr lang="en-ZA" dirty="0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05F5BB0D-72BA-D563-FADC-B7DF0E0F3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03161" cy="28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34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1984</TotalTime>
  <Words>36</Words>
  <Application>Microsoft Office PowerPoint</Application>
  <PresentationFormat>Widescreen</PresentationFormat>
  <Paragraphs>17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Shane Bhoora</dc:creator>
  <cp:lastModifiedBy>Mzwakhe Leegra</cp:lastModifiedBy>
  <cp:revision>41</cp:revision>
  <dcterms:created xsi:type="dcterms:W3CDTF">2022-12-13T20:45:58Z</dcterms:created>
  <dcterms:modified xsi:type="dcterms:W3CDTF">2026-09-21T06:01:24Z</dcterms:modified>
</cp:coreProperties>
</file>